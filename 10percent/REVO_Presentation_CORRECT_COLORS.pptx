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9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5F5F5"/>
                </a:solidFill>
                <a:latin typeface="Lato"/>
              </a:defRPr>
            </a:pPr>
            <a:r>
              <a:t>Helicopter Ground Transportation</a:t>
            </a:r>
          </a:p>
          <a:p>
            <a:r>
              <a:t>Market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D969A"/>
                </a:solidFill>
                <a:latin typeface="Lato"/>
              </a:defRPr>
            </a:pPr>
            <a:r>
              <a:t>Complete Analysis: Data to Strategic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5F5F5"/>
                </a:solidFill>
                <a:latin typeface="Lato"/>
              </a:defRPr>
            </a:pPr>
            <a:r>
              <a:t>7 Cities • 197 Premium ZIPs • 21 Clusters • 3.1M Flights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172932"/>
                </a:solidFill>
                <a:latin typeface="Lato"/>
              </a:defRPr>
            </a:pPr>
            <a:r>
              <a:t>Project Scope &amp; Methodology</a:t>
            </a:r>
          </a:p>
        </p:txBody>
      </p:sp>
      <p:pic>
        <p:nvPicPr>
          <p:cNvPr id="3" name="Picture 2" descr="methodology_corr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08022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C494B"/>
                </a:solidFill>
                <a:latin typeface="Lato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